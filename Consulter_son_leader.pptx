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951d4f2-f58f-238b-fb45-dc8108bae17d}">
          <p14:sldIdLst>
            <p14:sldId id="256"/>
            <p14:sldId id="257"/>
            <p14:sldId id="258"/>
          </p14:sldIdLst>
        </p14:section>
        <p14:section name="Les 5 moments" id="{92975ed6-e893-93dc-07a1-876353f37cd0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nsulter efficacement" id="{b3d49f51-d7ed-ede5-6149-c2a6bfa7b0f4}">
          <p14:sldIdLst>
            <p14:sldId id="265"/>
            <p14:sldId id="266"/>
            <p14:sldId id="267"/>
            <p14:sldId id="268"/>
          </p14:sldIdLst>
        </p14:section>
        <p14:section name="Conclusion" id="{6e1c1b44-a137-4277-7af3-2c3d2104f32e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Aujourd'hui, nous allons parler d'un secret simple mais puissant : consulter son leader. C'est ce qui sépare ceux qui avancent vite de ceux qui tournent en rond.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chaque phrase résonner. Demander à la salle : qui, ici, consulte vraiment son leader chaque semaine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Étude Sun Microsystems analysée par Gartner (2006) : les personnes accompagnées par un mentor ont été promues cinq fois plus souvent. Les grands noms du monde ont tous eu quelqu'un à consulter.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1F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548640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0"/>
            <a:ext cx="53035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F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00200" y="365760"/>
            <a:ext cx="10012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MENT SOMBRE">
    <p:bg>
      <p:bgPr>
        <a:solidFill>
          <a:srgbClr val="1F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00200" y="365760"/>
            <a:ext cx="10012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llustration itinéraire" descr="Un chemin guidé par un GPS vers une couron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0"/>
            <a:ext cx="643097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28016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Consulter son leader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1148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La clé de la vitesse dans Dynace Global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Deux vérités pour commencer</a:t>
            </a:r>
            <a:endParaRPr lang="en-US" sz="3600" dirty="0"/>
          </a:p>
        </p:txBody>
      </p:sp>
      <p:sp>
        <p:nvSpPr>
          <p:cNvPr id="3" name="Citation 1"/>
          <p:cNvSpPr/>
          <p:nvPr/>
        </p:nvSpPr>
        <p:spPr>
          <a:xfrm>
            <a:off x="548640" y="155448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accent5"/>
          </a:solidFill>
          <a:ln/>
        </p:spPr>
      </p:sp>
      <p:pic>
        <p:nvPicPr>
          <p:cNvPr id="4" name="Guillemets" descr="Ci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7432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Beaucoup veulent être leader, mais personne ne veut ÊTRE LEADÉ. C'est pour ça qu'ils n'arrivent jamais.</a:t>
            </a:r>
            <a:endParaRPr lang="en-US" sz="3200" dirty="0"/>
          </a:p>
        </p:txBody>
      </p:sp>
      <p:sp>
        <p:nvSpPr>
          <p:cNvPr id="6" name="Citation 2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accent3"/>
          </a:solidFill>
          <a:ln/>
        </p:spPr>
      </p:sp>
      <p:pic>
        <p:nvPicPr>
          <p:cNvPr id="7" name="Guillemets" descr="Ci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73152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37960" y="274320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Celui qui est trop grand pour consulter est trop petit pour diriger.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Même les plus grands ont un mentor</a:t>
            </a:r>
            <a:endParaRPr lang="en-US" sz="3600" dirty="0"/>
          </a:p>
        </p:txBody>
      </p:sp>
      <p:pic>
        <p:nvPicPr>
          <p:cNvPr id="3" name="Illustration mentorat" descr="Un leader couronné conseille un membre de son équi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389120" cy="3657600"/>
          </a:xfrm>
          <a:prstGeom prst="rect">
            <a:avLst/>
          </a:prstGeom>
        </p:spPr>
      </p:pic>
      <p:sp>
        <p:nvSpPr>
          <p:cNvPr id="4" name="Mentor Warren Buffett"/>
          <p:cNvSpPr/>
          <p:nvPr/>
        </p:nvSpPr>
        <p:spPr>
          <a:xfrm>
            <a:off x="5394960" y="1463040"/>
            <a:ext cx="6217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Warren Buffett cercle"/>
          <p:cNvSpPr/>
          <p:nvPr/>
        </p:nvSpPr>
        <p:spPr>
          <a:xfrm>
            <a:off x="553212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Warren Buffett icône" descr="Warren Buffet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65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14630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Warren Buffett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  a conseillé  </a:t>
            </a:r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Bill Gates</a:t>
            </a:r>
            <a:endParaRPr lang="en-US" sz="2200" dirty="0"/>
          </a:p>
        </p:txBody>
      </p:sp>
      <p:sp>
        <p:nvSpPr>
          <p:cNvPr id="8" name="Mentor Steve Jobs"/>
          <p:cNvSpPr/>
          <p:nvPr/>
        </p:nvSpPr>
        <p:spPr>
          <a:xfrm>
            <a:off x="5394960" y="2423160"/>
            <a:ext cx="6217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Steve Jobs cercle"/>
          <p:cNvSpPr/>
          <p:nvPr/>
        </p:nvSpPr>
        <p:spPr>
          <a:xfrm>
            <a:off x="5532120" y="2514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teve Jobs icône" descr="Steve Job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654" y="26691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309360" y="24231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Steve Jobs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  a conseillé  </a:t>
            </a:r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Mark Zuckerberg</a:t>
            </a:r>
            <a:endParaRPr lang="en-US" sz="2200" dirty="0"/>
          </a:p>
        </p:txBody>
      </p:sp>
      <p:sp>
        <p:nvSpPr>
          <p:cNvPr id="12" name="Mentor Maya Angelou"/>
          <p:cNvSpPr/>
          <p:nvPr/>
        </p:nvSpPr>
        <p:spPr>
          <a:xfrm>
            <a:off x="5394960" y="3383280"/>
            <a:ext cx="6217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3" name="Maya Angelou cercle"/>
          <p:cNvSpPr/>
          <p:nvPr/>
        </p:nvSpPr>
        <p:spPr>
          <a:xfrm>
            <a:off x="5532120" y="34747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Maya Angelou icône" descr="Maya Angelo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654" y="362925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309360" y="33832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Maya Angelou</a:t>
            </a:r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  a conseillé  </a:t>
            </a:r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Oprah Winfrey</a:t>
            </a:r>
            <a:endParaRPr lang="en-US" sz="2200" dirty="0"/>
          </a:p>
        </p:txBody>
      </p:sp>
      <p:sp>
        <p:nvSpPr>
          <p:cNvPr id="16" name="Statistique mentorat"/>
          <p:cNvSpPr/>
          <p:nvPr/>
        </p:nvSpPr>
        <p:spPr>
          <a:xfrm>
            <a:off x="5394960" y="4434840"/>
            <a:ext cx="621792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5623560" y="452628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5</a:t>
            </a:r>
            <a:endParaRPr lang="en-US" sz="60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4526280"/>
            <a:ext cx="4160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Les salariés accompagnés par un mentor ont été promus 5 fois plus souvent que les autres (étude Sun Microsystems).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394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 ne réussit seul.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Les 5 moments où tu dois consulter ton leader</a:t>
            </a:r>
            <a:endParaRPr lang="en-US" sz="3600" dirty="0"/>
          </a:p>
        </p:txBody>
      </p:sp>
      <p:sp>
        <p:nvSpPr>
          <p:cNvPr id="3" name="Moment 1"/>
          <p:cNvSpPr/>
          <p:nvPr/>
        </p:nvSpPr>
        <p:spPr>
          <a:xfrm>
            <a:off x="548640" y="1554480"/>
            <a:ext cx="2084832" cy="42976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4" name="Avant un gros prospect cercle"/>
          <p:cNvSpPr/>
          <p:nvPr/>
        </p:nvSpPr>
        <p:spPr>
          <a:xfrm>
            <a:off x="996696" y="187452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Avant un gros prospect icône" descr="Avant un gros prosp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763" y="218358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2918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20624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Avant un gros prospect</a:t>
            </a:r>
            <a:endParaRPr lang="en-US" sz="2100" dirty="0"/>
          </a:p>
        </p:txBody>
      </p:sp>
      <p:sp>
        <p:nvSpPr>
          <p:cNvPr id="8" name="Moment 2"/>
          <p:cNvSpPr/>
          <p:nvPr/>
        </p:nvSpPr>
        <p:spPr>
          <a:xfrm>
            <a:off x="2816352" y="1554480"/>
            <a:ext cx="2084832" cy="42976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9" name="Quand tu es découragé cercle"/>
          <p:cNvSpPr/>
          <p:nvPr/>
        </p:nvSpPr>
        <p:spPr>
          <a:xfrm>
            <a:off x="3264408" y="187452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Quand tu es découragé icône" descr="Quand tu es décourag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475" y="218358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99232" y="32918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2907792" y="420624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Quand tu es découragé</a:t>
            </a:r>
            <a:endParaRPr lang="en-US" sz="2100" dirty="0"/>
          </a:p>
        </p:txBody>
      </p:sp>
      <p:sp>
        <p:nvSpPr>
          <p:cNvPr id="13" name="Moment 3"/>
          <p:cNvSpPr/>
          <p:nvPr/>
        </p:nvSpPr>
        <p:spPr>
          <a:xfrm>
            <a:off x="5084064" y="1554480"/>
            <a:ext cx="2084832" cy="42976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Avant une décision d'équipe cercle"/>
          <p:cNvSpPr/>
          <p:nvPr/>
        </p:nvSpPr>
        <p:spPr>
          <a:xfrm>
            <a:off x="5532120" y="187452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vant une décision d'équipe icône" descr="Avant une décision d'équi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187" y="218358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66944" y="32918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5175504" y="420624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Avant une décision d'équipe</a:t>
            </a:r>
            <a:endParaRPr lang="en-US" sz="2100" dirty="0"/>
          </a:p>
        </p:txBody>
      </p:sp>
      <p:sp>
        <p:nvSpPr>
          <p:cNvPr id="18" name="Moment 4"/>
          <p:cNvSpPr/>
          <p:nvPr/>
        </p:nvSpPr>
        <p:spPr>
          <a:xfrm>
            <a:off x="7351776" y="1554480"/>
            <a:ext cx="2084832" cy="42976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9" name="Après un petit succès cercle"/>
          <p:cNvSpPr/>
          <p:nvPr/>
        </p:nvSpPr>
        <p:spPr>
          <a:xfrm>
            <a:off x="7799832" y="187452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Après un petit succès icône" descr="Après un petit succè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899" y="2183587"/>
            <a:ext cx="570586" cy="57058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34656" y="32918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22" name="Text 16"/>
          <p:cNvSpPr txBox="1"/>
          <p:nvPr/>
        </p:nvSpPr>
        <p:spPr>
          <a:xfrm>
            <a:off x="7443216" y="420624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Après un petit succès</a:t>
            </a:r>
            <a:endParaRPr lang="en-US" sz="2100" dirty="0"/>
          </a:p>
        </p:txBody>
      </p:sp>
      <p:sp>
        <p:nvSpPr>
          <p:cNvPr id="23" name="Moment 5"/>
          <p:cNvSpPr/>
          <p:nvPr/>
        </p:nvSpPr>
        <p:spPr>
          <a:xfrm>
            <a:off x="9619488" y="1554480"/>
            <a:ext cx="2084832" cy="42976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4" name="Pour ton plan de semaine cercle"/>
          <p:cNvSpPr/>
          <p:nvPr/>
        </p:nvSpPr>
        <p:spPr>
          <a:xfrm>
            <a:off x="10067544" y="187452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Pour ton plan de semaine icône" descr="Pour ton plan de semai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6611" y="2183587"/>
            <a:ext cx="570586" cy="57058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02368" y="3291840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27" name="Text 20"/>
          <p:cNvSpPr txBox="1"/>
          <p:nvPr/>
        </p:nvSpPr>
        <p:spPr>
          <a:xfrm>
            <a:off x="9710928" y="420624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Pour ton plan de semaine</a:t>
            </a:r>
            <a:endParaRPr lang="en-US" sz="21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accent2"/>
                </a:solidFill>
              </a:rPr>
              <a:t>Obligatoirement.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moment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Avant de parler à un gros prospect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Pourquoi ?</a:t>
            </a:r>
            <a:endParaRPr lang="en-US" sz="2600" dirty="0"/>
          </a:p>
        </p:txBody>
      </p:sp>
      <p:sp>
        <p:nvSpPr>
          <p:cNvPr id="6" name="Raison 1 cercle"/>
          <p:cNvSpPr/>
          <p:nvPr/>
        </p:nvSpPr>
        <p:spPr>
          <a:xfrm>
            <a:off x="548640" y="22402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Raison 1 icône" descr="Rais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4542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402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Ton leader connaît l'approche qui marche.</a:t>
            </a:r>
            <a:endParaRPr lang="en-US" sz="2200" dirty="0"/>
          </a:p>
        </p:txBody>
      </p:sp>
      <p:sp>
        <p:nvSpPr>
          <p:cNvPr id="9" name="Raison 2 cercle"/>
          <p:cNvSpPr/>
          <p:nvPr/>
        </p:nvSpPr>
        <p:spPr>
          <a:xfrm>
            <a:off x="548640" y="34290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Raison 2 icône" descr="Rais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0" y="364297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4290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Il peut t'accompagner : la rencontre à trois donne du poids à ta parole.</a:t>
            </a:r>
            <a:endParaRPr lang="en-US" sz="2200" dirty="0"/>
          </a:p>
        </p:txBody>
      </p:sp>
      <p:sp>
        <p:nvSpPr>
          <p:cNvPr id="12" name="Raison 3 cercle"/>
          <p:cNvSpPr/>
          <p:nvPr/>
        </p:nvSpPr>
        <p:spPr>
          <a:xfrm>
            <a:off x="548640" y="46177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Raison 3 icône" descr="Rais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483169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617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Un gros contact ne se rate qu'une fois.</a:t>
            </a:r>
            <a:endParaRPr lang="en-US" sz="2200" dirty="0"/>
          </a:p>
        </p:txBody>
      </p:sp>
      <p:sp>
        <p:nvSpPr>
          <p:cNvPr id="15" name="Checklist prospect"/>
          <p:cNvSpPr/>
          <p:nvPr/>
        </p:nvSpPr>
        <p:spPr>
          <a:xfrm>
            <a:off x="6400800" y="1508760"/>
            <a:ext cx="5212080" cy="4709160"/>
          </a:xfrm>
          <a:prstGeom prst="roundRect">
            <a:avLst>
              <a:gd name="adj" fmla="val 2330"/>
            </a:avLst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72084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À préparer avec ton leader</a:t>
            </a:r>
            <a:endParaRPr lang="en-US" sz="2400" dirty="0"/>
          </a:p>
        </p:txBody>
      </p:sp>
      <p:pic>
        <p:nvPicPr>
          <p:cNvPr id="17" name="Coche" descr="Coch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060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60920" y="25146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Le profil du prospect : métier, besoins, rêves</a:t>
            </a:r>
            <a:endParaRPr lang="en-US" sz="2100" dirty="0"/>
          </a:p>
        </p:txBody>
      </p:sp>
      <p:pic>
        <p:nvPicPr>
          <p:cNvPr id="19" name="Coche" descr="Coch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502152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360920" y="34107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L'objectif du premier rendez-vous</a:t>
            </a:r>
            <a:endParaRPr lang="en-US" sz="2100" dirty="0"/>
          </a:p>
        </p:txBody>
      </p:sp>
      <p:pic>
        <p:nvPicPr>
          <p:cNvPr id="21" name="Coche" descr="Coch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398264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360920" y="430682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Qui parle, quand, et comment conclure</a:t>
            </a:r>
            <a:endParaRPr lang="en-US" sz="2100" dirty="0"/>
          </a:p>
        </p:txBody>
      </p:sp>
      <p:pic>
        <p:nvPicPr>
          <p:cNvPr id="23" name="Coche" descr="Coch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5294376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360920" y="520293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Les objections possibles et les réponses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moment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Quand tu es découragé</a:t>
            </a:r>
            <a:endParaRPr lang="en-US" sz="3600" dirty="0"/>
          </a:p>
        </p:txBody>
      </p:sp>
      <p:sp>
        <p:nvSpPr>
          <p:cNvPr id="5" name="Prison cercle"/>
          <p:cNvSpPr/>
          <p:nvPr/>
        </p:nvSpPr>
        <p:spPr>
          <a:xfrm>
            <a:off x="548640" y="173736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rison icône" descr="P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93976"/>
            <a:ext cx="658368" cy="658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94560" y="160020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Ne reste pas seul avec tes pensées. Une pensée seule devient une prison. »</a:t>
            </a:r>
            <a:endParaRPr lang="en-US" sz="3200" dirty="0"/>
          </a:p>
        </p:txBody>
      </p:sp>
      <p:sp>
        <p:nvSpPr>
          <p:cNvPr id="8" name="Conseil 1"/>
          <p:cNvSpPr/>
          <p:nvPr/>
        </p:nvSpPr>
        <p:spPr>
          <a:xfrm>
            <a:off x="548640" y="34747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/>
        </p:spPr>
      </p:sp>
      <p:sp>
        <p:nvSpPr>
          <p:cNvPr id="9" name="Appelle ton leader le jour même cercle"/>
          <p:cNvSpPr/>
          <p:nvPr/>
        </p:nvSpPr>
        <p:spPr>
          <a:xfrm>
            <a:off x="777240" y="3657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ppelle ton leader le jour même icône" descr="Appelle ton leader le jour mê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38477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45262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Appelle ton leader le jour même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N'attends pas que le découragement grandisse.</a:t>
            </a:r>
            <a:endParaRPr lang="en-US" sz="2200" dirty="0"/>
          </a:p>
        </p:txBody>
      </p:sp>
      <p:sp>
        <p:nvSpPr>
          <p:cNvPr id="12" name="Conseil 2"/>
          <p:cNvSpPr/>
          <p:nvPr/>
        </p:nvSpPr>
        <p:spPr>
          <a:xfrm>
            <a:off x="4297680" y="34747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/>
        </p:spPr>
      </p:sp>
      <p:sp>
        <p:nvSpPr>
          <p:cNvPr id="13" name="Les problèmes remontent, les solutions descendent cercle"/>
          <p:cNvSpPr/>
          <p:nvPr/>
        </p:nvSpPr>
        <p:spPr>
          <a:xfrm>
            <a:off x="4526280" y="3657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Les problèmes remontent, les solutions descendent icône" descr="Les problèmes remontent, les solutions descend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75" y="384779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6280" y="45262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Les problèmes remontent, les solutions descendent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Parles-en à ton leader, pas à ton équipe.</a:t>
            </a:r>
            <a:endParaRPr lang="en-US" sz="2200" dirty="0"/>
          </a:p>
        </p:txBody>
      </p:sp>
      <p:sp>
        <p:nvSpPr>
          <p:cNvPr id="16" name="Conseil 3"/>
          <p:cNvSpPr/>
          <p:nvPr/>
        </p:nvSpPr>
        <p:spPr>
          <a:xfrm>
            <a:off x="8046720" y="34747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/>
        </p:spPr>
      </p:sp>
      <p:sp>
        <p:nvSpPr>
          <p:cNvPr id="17" name="Reviens à ton « pourquoi » cercle"/>
          <p:cNvSpPr/>
          <p:nvPr/>
        </p:nvSpPr>
        <p:spPr>
          <a:xfrm>
            <a:off x="8275320" y="3657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Reviens à ton « pourquoi » icône" descr="Reviens à ton « pourquoi »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515" y="384779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75320" y="452628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Reviens à ton « pourquoi »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Ton leader t'aide à te souvenir de la raison pour laquelle tu as commencé.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moment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Avant de prendre une décision dans ton équipe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Tu veux…</a:t>
            </a:r>
            <a:endParaRPr lang="en-US" sz="2600" dirty="0"/>
          </a:p>
        </p:txBody>
      </p:sp>
      <p:sp>
        <p:nvSpPr>
          <p:cNvPr id="6" name="Exemple Sanctionner quelqu'un"/>
          <p:cNvSpPr/>
          <p:nvPr/>
        </p:nvSpPr>
        <p:spPr>
          <a:xfrm>
            <a:off x="548640" y="219456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Sanctionner quelqu'un</a:t>
            </a:r>
            <a:endParaRPr lang="en-US" sz="2200" dirty="0"/>
          </a:p>
        </p:txBody>
      </p:sp>
      <p:sp>
        <p:nvSpPr>
          <p:cNvPr id="8" name="Exemple Organiser une rencontre"/>
          <p:cNvSpPr/>
          <p:nvPr/>
        </p:nvSpPr>
        <p:spPr>
          <a:xfrm>
            <a:off x="548640" y="310896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108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Organiser une rencontre</a:t>
            </a:r>
            <a:endParaRPr lang="en-US" sz="2200" dirty="0"/>
          </a:p>
        </p:txBody>
      </p:sp>
      <p:sp>
        <p:nvSpPr>
          <p:cNvPr id="10" name="Exemple Changer une méthode"/>
          <p:cNvSpPr/>
          <p:nvPr/>
        </p:nvSpPr>
        <p:spPr>
          <a:xfrm>
            <a:off x="548640" y="402336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Changer une méthode</a:t>
            </a:r>
            <a:endParaRPr lang="en-US" sz="2200" dirty="0"/>
          </a:p>
        </p:txBody>
      </p:sp>
      <p:sp>
        <p:nvSpPr>
          <p:cNvPr id="12" name="Exemple Régler un conflit"/>
          <p:cNvSpPr/>
          <p:nvPr/>
        </p:nvSpPr>
        <p:spPr>
          <a:xfrm>
            <a:off x="548640" y="493776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Régler un conflit</a:t>
            </a:r>
            <a:endParaRPr lang="en-US" sz="2200" dirty="0"/>
          </a:p>
        </p:txBody>
      </p:sp>
      <p:sp>
        <p:nvSpPr>
          <p:cNvPr id="14" name="Flèche"/>
          <p:cNvSpPr/>
          <p:nvPr/>
        </p:nvSpPr>
        <p:spPr>
          <a:xfrm>
            <a:off x="4983480" y="3429000"/>
            <a:ext cx="640080" cy="5486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15087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Consulte d'abord ! Ton leader voit ce que tu ne vois pas :</a:t>
            </a:r>
            <a:endParaRPr lang="en-US" sz="2200" dirty="0"/>
          </a:p>
        </p:txBody>
      </p:sp>
      <p:sp>
        <p:nvSpPr>
          <p:cNvPr id="16" name="Atout Son expérience"/>
          <p:cNvSpPr/>
          <p:nvPr/>
        </p:nvSpPr>
        <p:spPr>
          <a:xfrm>
            <a:off x="5852160" y="2194560"/>
            <a:ext cx="5760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Son expérience cercle"/>
          <p:cNvSpPr/>
          <p:nvPr/>
        </p:nvSpPr>
        <p:spPr>
          <a:xfrm>
            <a:off x="6035040" y="23774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Son expérience icône" descr="Son expéri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9010" y="2591410"/>
            <a:ext cx="395021" cy="395021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040880" y="22402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Son expérience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Il a déjà vécu cette situation.</a:t>
            </a:r>
            <a:endParaRPr lang="en-US" sz="2200" dirty="0"/>
          </a:p>
        </p:txBody>
      </p:sp>
      <p:sp>
        <p:nvSpPr>
          <p:cNvPr id="20" name="Atout La vision d'ensemble"/>
          <p:cNvSpPr/>
          <p:nvPr/>
        </p:nvSpPr>
        <p:spPr>
          <a:xfrm>
            <a:off x="5852160" y="3566160"/>
            <a:ext cx="5760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1" name="La vision d'ensemble cercle"/>
          <p:cNvSpPr/>
          <p:nvPr/>
        </p:nvSpPr>
        <p:spPr>
          <a:xfrm>
            <a:off x="6035040" y="37490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La vision d'ensemble icône" descr="La vision d'ensem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010" y="3963010"/>
            <a:ext cx="395021" cy="39502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040880" y="36118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 vision d'ensemble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Il connaît toute l'équipe et son histoire.</a:t>
            </a:r>
            <a:endParaRPr lang="en-US" sz="2200" dirty="0"/>
          </a:p>
        </p:txBody>
      </p:sp>
      <p:sp>
        <p:nvSpPr>
          <p:cNvPr id="24" name="Atout L'alignement"/>
          <p:cNvSpPr/>
          <p:nvPr/>
        </p:nvSpPr>
        <p:spPr>
          <a:xfrm>
            <a:off x="5852160" y="4937760"/>
            <a:ext cx="5760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5" name="L'alignement cercle"/>
          <p:cNvSpPr/>
          <p:nvPr/>
        </p:nvSpPr>
        <p:spPr>
          <a:xfrm>
            <a:off x="6035040" y="51206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L'alignement icône" descr="L'aligne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010" y="5334610"/>
            <a:ext cx="395021" cy="39502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040880" y="49834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L'alignement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 décision reste fidèle au système Dynace Global.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moment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Quand tu as un petit succès : reste humble</a:t>
            </a:r>
            <a:endParaRPr lang="en-US" sz="3600" dirty="0"/>
          </a:p>
        </p:txBody>
      </p:sp>
      <p:sp>
        <p:nvSpPr>
          <p:cNvPr id="5" name="Citation succès"/>
          <p:cNvSpPr/>
          <p:nvPr/>
        </p:nvSpPr>
        <p:spPr>
          <a:xfrm>
            <a:off x="548640" y="1508760"/>
            <a:ext cx="1106424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6" name="Succès cercle"/>
          <p:cNvSpPr/>
          <p:nvPr/>
        </p:nvSpPr>
        <p:spPr>
          <a:xfrm>
            <a:off x="822960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uccès icône" descr="Succè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1998878"/>
            <a:ext cx="482803" cy="482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03120" y="1508760"/>
            <a:ext cx="9326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Le succès sans consultation t'amène à l'échec. »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Le bon réflexe après chaque victoire :</a:t>
            </a:r>
            <a:endParaRPr lang="en-US" sz="2400" dirty="0"/>
          </a:p>
        </p:txBody>
      </p:sp>
      <p:sp>
        <p:nvSpPr>
          <p:cNvPr id="10" name="Étape Célèbre"/>
          <p:cNvSpPr/>
          <p:nvPr/>
        </p:nvSpPr>
        <p:spPr>
          <a:xfrm>
            <a:off x="548640" y="3977640"/>
            <a:ext cx="2880360" cy="1188720"/>
          </a:xfrm>
          <a:prstGeom prst="homePlat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Célèbre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303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avec gratitude</a:t>
            </a:r>
            <a:endParaRPr lang="en-US" sz="2000" dirty="0"/>
          </a:p>
        </p:txBody>
      </p:sp>
      <p:sp>
        <p:nvSpPr>
          <p:cNvPr id="13" name="Étape Partage"/>
          <p:cNvSpPr/>
          <p:nvPr/>
        </p:nvSpPr>
        <p:spPr>
          <a:xfrm>
            <a:off x="3337560" y="3977640"/>
            <a:ext cx="2880360" cy="118872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40480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Partage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5303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avec ton leader</a:t>
            </a:r>
            <a:endParaRPr lang="en-US" sz="2000" dirty="0"/>
          </a:p>
        </p:txBody>
      </p:sp>
      <p:sp>
        <p:nvSpPr>
          <p:cNvPr id="16" name="Étape Demande"/>
          <p:cNvSpPr/>
          <p:nvPr/>
        </p:nvSpPr>
        <p:spPr>
          <a:xfrm>
            <a:off x="6126480" y="3977640"/>
            <a:ext cx="2880360" cy="11887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29400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Demande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5303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« Comment le dupliquer ? »</a:t>
            </a:r>
            <a:endParaRPr lang="en-US" sz="2000" dirty="0"/>
          </a:p>
        </p:txBody>
      </p:sp>
      <p:sp>
        <p:nvSpPr>
          <p:cNvPr id="19" name="Étape Continue"/>
          <p:cNvSpPr/>
          <p:nvPr/>
        </p:nvSpPr>
        <p:spPr>
          <a:xfrm>
            <a:off x="8915400" y="3977640"/>
            <a:ext cx="2880360" cy="118872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418320" y="39776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Continue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098280" y="5303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sans orgueil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moment"/>
          <p:cNvSpPr/>
          <p:nvPr/>
        </p:nvSpPr>
        <p:spPr>
          <a:xfrm>
            <a:off x="548640" y="3657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Pour ton plan de semaine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fais jamais ton plan seul dans ta chambre.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plan consulté est un plan protégé par Dieu.</a:t>
            </a:r>
            <a:endParaRPr lang="en-US" sz="2800" dirty="0"/>
          </a:p>
        </p:txBody>
      </p:sp>
      <p:sp>
        <p:nvSpPr>
          <p:cNvPr id="6" name="Jour Lun"/>
          <p:cNvSpPr/>
          <p:nvPr/>
        </p:nvSpPr>
        <p:spPr>
          <a:xfrm>
            <a:off x="548640" y="2880360"/>
            <a:ext cx="1719072" cy="246888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0175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Liste de contacts</a:t>
            </a:r>
            <a:endParaRPr lang="en-US" sz="2000" dirty="0"/>
          </a:p>
        </p:txBody>
      </p:sp>
      <p:sp>
        <p:nvSpPr>
          <p:cNvPr id="9" name="Jour Mar"/>
          <p:cNvSpPr/>
          <p:nvPr/>
        </p:nvSpPr>
        <p:spPr>
          <a:xfrm>
            <a:off x="2414016" y="2880360"/>
            <a:ext cx="1719072" cy="246888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14016" y="30175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05456" y="37490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Présentations</a:t>
            </a:r>
            <a:endParaRPr lang="en-US" sz="2000" dirty="0"/>
          </a:p>
        </p:txBody>
      </p:sp>
      <p:sp>
        <p:nvSpPr>
          <p:cNvPr id="12" name="Jour Mer"/>
          <p:cNvSpPr/>
          <p:nvPr/>
        </p:nvSpPr>
        <p:spPr>
          <a:xfrm>
            <a:off x="4279392" y="2880360"/>
            <a:ext cx="1719072" cy="246888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79392" y="30175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370832" y="37490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Suivis</a:t>
            </a:r>
            <a:endParaRPr lang="en-US" sz="2000" dirty="0"/>
          </a:p>
        </p:txBody>
      </p:sp>
      <p:sp>
        <p:nvSpPr>
          <p:cNvPr id="15" name="Jour Jeu"/>
          <p:cNvSpPr/>
          <p:nvPr/>
        </p:nvSpPr>
        <p:spPr>
          <a:xfrm>
            <a:off x="6144768" y="2880360"/>
            <a:ext cx="1719072" cy="246888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44768" y="30175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Jeu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37490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Formation</a:t>
            </a:r>
            <a:endParaRPr lang="en-US" sz="2000" dirty="0"/>
          </a:p>
        </p:txBody>
      </p:sp>
      <p:sp>
        <p:nvSpPr>
          <p:cNvPr id="18" name="Jour Ven"/>
          <p:cNvSpPr/>
          <p:nvPr/>
        </p:nvSpPr>
        <p:spPr>
          <a:xfrm>
            <a:off x="8010144" y="2880360"/>
            <a:ext cx="1719072" cy="246888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10144" y="30175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101584" y="37490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Rencontre d'équipe</a:t>
            </a:r>
            <a:endParaRPr lang="en-US" sz="2000" dirty="0"/>
          </a:p>
        </p:txBody>
      </p:sp>
      <p:sp>
        <p:nvSpPr>
          <p:cNvPr id="21" name="Jour Sam"/>
          <p:cNvSpPr/>
          <p:nvPr/>
        </p:nvSpPr>
        <p:spPr>
          <a:xfrm>
            <a:off x="9875520" y="2880360"/>
            <a:ext cx="1719072" cy="2468880"/>
          </a:xfrm>
          <a:prstGeom prst="roundRect">
            <a:avLst>
              <a:gd name="adj" fmla="val 6383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75520" y="30175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966960" y="37490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Bilan avec le leader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Exemple de semaine à construire et à valider avec ton leader : objectifs chiffrés, rendez-vous et suivis.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Comment consulter efficacement ?</a:t>
            </a:r>
            <a:endParaRPr lang="en-US" sz="3600" dirty="0"/>
          </a:p>
        </p:txBody>
      </p:sp>
      <p:sp>
        <p:nvSpPr>
          <p:cNvPr id="3" name="Couronne cercle"/>
          <p:cNvSpPr/>
          <p:nvPr/>
        </p:nvSpPr>
        <p:spPr>
          <a:xfrm>
            <a:off x="5184648" y="150876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Couronne icône" descr="Couron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0136" y="1984248"/>
            <a:ext cx="877824" cy="8778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 leader n'est pas ton boy. C'est un Roi occupé.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Honore son temps, et il va t'honorer avec son secret.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Les 5 règles d'une consultation efficace</a:t>
            </a:r>
            <a:endParaRPr lang="en-US" sz="3600" dirty="0"/>
          </a:p>
        </p:txBody>
      </p:sp>
      <p:sp>
        <p:nvSpPr>
          <p:cNvPr id="3" name="Prépare tes questions par écrit cercle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Prépare tes questions par écrit icône" descr="Prépare tes questions par écr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665122"/>
            <a:ext cx="373075" cy="3730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63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1. Prépare tes questions par écrit</a:t>
            </a:r>
            <a:endParaRPr lang="en-US" sz="2200" dirty="0"/>
          </a:p>
        </p:txBody>
      </p:sp>
      <p:sp>
        <p:nvSpPr>
          <p:cNvPr id="6" name="Sois bref et précis cercle"/>
          <p:cNvSpPr/>
          <p:nvPr/>
        </p:nvSpPr>
        <p:spPr>
          <a:xfrm>
            <a:off x="548640" y="242316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Sois bref et précis icône" descr="Sois bref et préc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625242"/>
            <a:ext cx="373075" cy="3730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2423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2. Sois bref et précis</a:t>
            </a:r>
            <a:endParaRPr lang="en-US" sz="2200" dirty="0"/>
          </a:p>
        </p:txBody>
      </p:sp>
      <p:sp>
        <p:nvSpPr>
          <p:cNvPr id="9" name="Respecte son agenda : demande un créneau cercle"/>
          <p:cNvSpPr/>
          <p:nvPr/>
        </p:nvSpPr>
        <p:spPr>
          <a:xfrm>
            <a:off x="548640" y="338328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Respecte son agenda : demande un créneau icône" descr="Respecte son agenda : demande un crénea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585362"/>
            <a:ext cx="373075" cy="37307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3383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3. Respecte son agenda : demande un créneau</a:t>
            </a:r>
            <a:endParaRPr lang="en-US" sz="2200" dirty="0"/>
          </a:p>
        </p:txBody>
      </p:sp>
      <p:sp>
        <p:nvSpPr>
          <p:cNvPr id="12" name="Note les conseils et applique-les vite cercle"/>
          <p:cNvSpPr/>
          <p:nvPr/>
        </p:nvSpPr>
        <p:spPr>
          <a:xfrm>
            <a:off x="548640" y="434340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Note les conseils et applique-les vite icône" descr="Note les conseils et applique-les vi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545482"/>
            <a:ext cx="373075" cy="37307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08760" y="4343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4. Note les conseils et applique-les vite</a:t>
            </a:r>
            <a:endParaRPr lang="en-US" sz="2200" dirty="0"/>
          </a:p>
        </p:txBody>
      </p:sp>
      <p:sp>
        <p:nvSpPr>
          <p:cNvPr id="15" name="Fais un compte rendu des résultats cercle"/>
          <p:cNvSpPr/>
          <p:nvPr/>
        </p:nvSpPr>
        <p:spPr>
          <a:xfrm>
            <a:off x="548640" y="53035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Fais un compte rendu des résultats icône" descr="Fais un compte rendu des résulta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5505602"/>
            <a:ext cx="373075" cy="37307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508760" y="53035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5. Fais un compte rendu des résultats</a:t>
            </a:r>
            <a:endParaRPr lang="en-US" sz="2200" dirty="0"/>
          </a:p>
        </p:txBody>
      </p:sp>
      <p:sp>
        <p:nvSpPr>
          <p:cNvPr id="18" name="Modèle de message"/>
          <p:cNvSpPr/>
          <p:nvPr/>
        </p:nvSpPr>
        <p:spPr>
          <a:xfrm>
            <a:off x="6949440" y="1463040"/>
            <a:ext cx="4663440" cy="475488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19" name="Message cercle"/>
          <p:cNvSpPr/>
          <p:nvPr/>
        </p:nvSpPr>
        <p:spPr>
          <a:xfrm>
            <a:off x="7178040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Message icône" descr="Mess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8235" y="1881835"/>
            <a:ext cx="351130" cy="35113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04672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Le message en 4 lignes</a:t>
            </a:r>
            <a:endParaRPr lang="en-US" sz="2400" dirty="0"/>
          </a:p>
        </p:txBody>
      </p:sp>
      <p:sp>
        <p:nvSpPr>
          <p:cNvPr id="22" name="Ligne 1"/>
          <p:cNvSpPr/>
          <p:nvPr/>
        </p:nvSpPr>
        <p:spPr>
          <a:xfrm>
            <a:off x="7178040" y="265176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7360920" y="2651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Situation 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j'ai un rendez-vous jeudi avec…</a:t>
            </a:r>
            <a:endParaRPr lang="en-US" sz="2000" dirty="0"/>
          </a:p>
        </p:txBody>
      </p:sp>
      <p:sp>
        <p:nvSpPr>
          <p:cNvPr id="24" name="Ligne 2"/>
          <p:cNvSpPr/>
          <p:nvPr/>
        </p:nvSpPr>
        <p:spPr>
          <a:xfrm>
            <a:off x="7178040" y="352044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7360920" y="3520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Ce que j'ai fait 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j'ai préparé…</a:t>
            </a:r>
            <a:endParaRPr lang="en-US" sz="2000" dirty="0"/>
          </a:p>
        </p:txBody>
      </p:sp>
      <p:sp>
        <p:nvSpPr>
          <p:cNvPr id="26" name="Ligne 3"/>
          <p:cNvSpPr/>
          <p:nvPr/>
        </p:nvSpPr>
        <p:spPr>
          <a:xfrm>
            <a:off x="7178040" y="438912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7360920" y="4389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Ma question 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comment conclure ?</a:t>
            </a:r>
            <a:endParaRPr lang="en-US" sz="2000" dirty="0"/>
          </a:p>
        </p:txBody>
      </p:sp>
      <p:sp>
        <p:nvSpPr>
          <p:cNvPr id="28" name="Ligne 4"/>
          <p:cNvSpPr/>
          <p:nvPr/>
        </p:nvSpPr>
        <p:spPr>
          <a:xfrm>
            <a:off x="7178040" y="525780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7360920" y="5257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Merci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pour ton temps, Leader.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Les 3 bénéfices de celui qui consulte</a:t>
            </a:r>
            <a:endParaRPr lang="en-US" sz="3600" dirty="0"/>
          </a:p>
        </p:txBody>
      </p:sp>
      <p:pic>
        <p:nvPicPr>
          <p:cNvPr id="3" name="Illustration raccourci" descr="Un long chemin sinueux comparé à un chemin dir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120640" cy="2999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754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Seul : le long chemin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Avec ton leader : le chemin direct</a:t>
            </a:r>
            <a:endParaRPr lang="en-US" sz="2200" dirty="0"/>
          </a:p>
        </p:txBody>
      </p:sp>
      <p:sp>
        <p:nvSpPr>
          <p:cNvPr id="5" name="Bénéfice Il gagne du temps"/>
          <p:cNvSpPr/>
          <p:nvPr/>
        </p:nvSpPr>
        <p:spPr>
          <a:xfrm>
            <a:off x="6126480" y="146304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6" name="Il gagne du temps cercle"/>
          <p:cNvSpPr/>
          <p:nvPr/>
        </p:nvSpPr>
        <p:spPr>
          <a:xfrm>
            <a:off x="6309360" y="17373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l gagne du temps icône" descr="Il gagne du tem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217" y="1963217"/>
            <a:ext cx="416966" cy="4169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60920" y="15544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1. Il gagne du temps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Il ne refait pas les erreurs que son leader a déjà faites.</a:t>
            </a:r>
            <a:endParaRPr lang="en-US" sz="2200" dirty="0"/>
          </a:p>
        </p:txBody>
      </p:sp>
      <p:sp>
        <p:nvSpPr>
          <p:cNvPr id="9" name="Bénéfice Il gagne de l'énergie"/>
          <p:cNvSpPr/>
          <p:nvPr/>
        </p:nvSpPr>
        <p:spPr>
          <a:xfrm>
            <a:off x="6126480" y="306324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Il gagne de l'énergie cercle"/>
          <p:cNvSpPr/>
          <p:nvPr/>
        </p:nvSpPr>
        <p:spPr>
          <a:xfrm>
            <a:off x="6309360" y="33375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l gagne de l'énergie icône" descr="Il gagne de l'énerg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17" y="3563417"/>
            <a:ext cx="416966" cy="41696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60920" y="31546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2. Il gagne de l'énergie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Il n'invente pas de théorie : il copie, il colle, il réussit.</a:t>
            </a:r>
            <a:endParaRPr lang="en-US" sz="2200" dirty="0"/>
          </a:p>
        </p:txBody>
      </p:sp>
      <p:sp>
        <p:nvSpPr>
          <p:cNvPr id="13" name="Bénéfice Il gagne en résultats"/>
          <p:cNvSpPr/>
          <p:nvPr/>
        </p:nvSpPr>
        <p:spPr>
          <a:xfrm>
            <a:off x="6126480" y="466344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Il gagne en résultats cercle"/>
          <p:cNvSpPr/>
          <p:nvPr/>
        </p:nvSpPr>
        <p:spPr>
          <a:xfrm>
            <a:off x="6309360" y="49377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l gagne en résultats icône" descr="Il gagne en résulta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217" y="5163617"/>
            <a:ext cx="416966" cy="41696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60920" y="47548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3. Il gagne en résultats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Moins d'erreurs + plus d'énergie = des résultats plus rapides.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Ton leader, ton GPS</a:t>
            </a:r>
            <a:endParaRPr lang="en-US" sz="3600" dirty="0"/>
          </a:p>
        </p:txBody>
      </p:sp>
      <p:pic>
        <p:nvPicPr>
          <p:cNvPr id="3" name="Illustration GPS" descr="Téléphone affichant un itinéraire G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3291840" cy="4754880"/>
          </a:xfrm>
          <a:prstGeom prst="rect">
            <a:avLst/>
          </a:prstGeom>
        </p:spPr>
      </p:pic>
      <p:sp>
        <p:nvSpPr>
          <p:cNvPr id="4" name="La destination cercle"/>
          <p:cNvSpPr/>
          <p:nvPr/>
        </p:nvSpPr>
        <p:spPr>
          <a:xfrm>
            <a:off x="493776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a destination icône" descr="La destin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730" y="1768450"/>
            <a:ext cx="395021" cy="39502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89320" y="146304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La destination</a:t>
            </a:r>
            <a:endParaRPr lang="en-US" sz="22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Donne-lui tes objectifs clairs.</a:t>
            </a:r>
            <a:endParaRPr lang="en-US" sz="2200" dirty="0"/>
          </a:p>
        </p:txBody>
      </p:sp>
      <p:sp>
        <p:nvSpPr>
          <p:cNvPr id="7" name="Ta position cercle"/>
          <p:cNvSpPr/>
          <p:nvPr/>
        </p:nvSpPr>
        <p:spPr>
          <a:xfrm>
            <a:off x="4937760" y="2743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Ta position icône" descr="Ta posi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730" y="2957170"/>
            <a:ext cx="395021" cy="39502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89320" y="265176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 position</a:t>
            </a:r>
            <a:endParaRPr lang="en-US" sz="22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Dis la vérité sur où tu en es vraiment.</a:t>
            </a:r>
            <a:endParaRPr lang="en-US" sz="2200" dirty="0"/>
          </a:p>
        </p:txBody>
      </p:sp>
      <p:sp>
        <p:nvSpPr>
          <p:cNvPr id="10" name="L'itinéraire cercle"/>
          <p:cNvSpPr/>
          <p:nvPr/>
        </p:nvSpPr>
        <p:spPr>
          <a:xfrm>
            <a:off x="4937760" y="3931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L'itinéraire icône" descr="L'itinérai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730" y="4145890"/>
            <a:ext cx="395021" cy="395021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989320" y="384048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L'itinéraire</a:t>
            </a:r>
            <a:endParaRPr lang="en-US" sz="22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Suis ses instructions, même si le chemin te surprend.</a:t>
            </a:r>
            <a:endParaRPr lang="en-US" sz="2200" dirty="0"/>
          </a:p>
        </p:txBody>
      </p:sp>
      <p:sp>
        <p:nvSpPr>
          <p:cNvPr id="13" name="Le recalcul cercle"/>
          <p:cNvSpPr/>
          <p:nvPr/>
        </p:nvSpPr>
        <p:spPr>
          <a:xfrm>
            <a:off x="4937760" y="5120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Le recalcul icône" descr="Le recalcu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730" y="5334610"/>
            <a:ext cx="395021" cy="395021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989320" y="502920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Le recalcul</a:t>
            </a:r>
            <a:endParaRPr lang="en-US" sz="22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Quand tu dévies, il te remet sur la route.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: l'activation</a:t>
            </a:r>
            <a:endParaRPr lang="en-US" sz="3600" dirty="0"/>
          </a:p>
        </p:txBody>
      </p:sp>
      <p:sp>
        <p:nvSpPr>
          <p:cNvPr id="3" name="Engagement 1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pic>
        <p:nvPicPr>
          <p:cNvPr id="4" name="Coche" descr="Eng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10512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15544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ne prendrai plus aucune grande décision seul.</a:t>
            </a:r>
            <a:endParaRPr lang="en-US" sz="3000" dirty="0"/>
          </a:p>
        </p:txBody>
      </p:sp>
      <p:sp>
        <p:nvSpPr>
          <p:cNvPr id="6" name="Engagement 2"/>
          <p:cNvSpPr/>
          <p:nvPr/>
        </p:nvSpPr>
        <p:spPr>
          <a:xfrm>
            <a:off x="548640" y="292608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pic>
        <p:nvPicPr>
          <p:cNvPr id="7" name="Coche" descr="Engage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82112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9260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ne resterai plus seul quand je suis découragé.</a:t>
            </a:r>
            <a:endParaRPr lang="en-US" sz="3000" dirty="0"/>
          </a:p>
        </p:txBody>
      </p:sp>
      <p:sp>
        <p:nvSpPr>
          <p:cNvPr id="9" name="Engagement 3"/>
          <p:cNvSpPr/>
          <p:nvPr/>
        </p:nvSpPr>
        <p:spPr>
          <a:xfrm>
            <a:off x="548640" y="429768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pic>
        <p:nvPicPr>
          <p:cNvPr id="10" name="Coche" descr="Engage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53712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83080" y="42976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vais utiliser mon leader comme mon GPS.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669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</a:rPr>
              <a:t>Répétons-le ensemble, à voix haute 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Passe à l'action dès aujourd'hui</a:t>
            </a:r>
            <a:endParaRPr lang="en-US" sz="3600" dirty="0"/>
          </a:p>
        </p:txBody>
      </p:sp>
      <p:sp>
        <p:nvSpPr>
          <p:cNvPr id="3" name="Action Aujourd'hui"/>
          <p:cNvSpPr/>
          <p:nvPr/>
        </p:nvSpPr>
        <p:spPr>
          <a:xfrm>
            <a:off x="548640" y="150876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Aujourd'hui cercle"/>
          <p:cNvSpPr/>
          <p:nvPr/>
        </p:nvSpPr>
        <p:spPr>
          <a:xfrm>
            <a:off x="1737360" y="173736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Aujourd'hui icône" descr="Aujourd'h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6427" y="20464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Écris à ton leader pour fixer un moment d'échange.</a:t>
            </a:r>
            <a:endParaRPr lang="en-US" sz="2100" dirty="0"/>
          </a:p>
        </p:txBody>
      </p:sp>
      <p:sp>
        <p:nvSpPr>
          <p:cNvPr id="8" name="Action Cette semaine"/>
          <p:cNvSpPr/>
          <p:nvPr/>
        </p:nvSpPr>
        <p:spPr>
          <a:xfrm>
            <a:off x="4297680" y="150876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Cette semaine cercle"/>
          <p:cNvSpPr/>
          <p:nvPr/>
        </p:nvSpPr>
        <p:spPr>
          <a:xfrm>
            <a:off x="5486400" y="173736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Cette semaine icône" descr="Cette sema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67" y="204642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Cette semaine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Prépare ton plan de semaine et fais-le valider.</a:t>
            </a:r>
            <a:endParaRPr lang="en-US" sz="2100" dirty="0"/>
          </a:p>
        </p:txBody>
      </p:sp>
      <p:sp>
        <p:nvSpPr>
          <p:cNvPr id="13" name="Action Au prochain succès"/>
          <p:cNvSpPr/>
          <p:nvPr/>
        </p:nvSpPr>
        <p:spPr>
          <a:xfrm>
            <a:off x="8046720" y="150876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4" name="Au prochain succès cercle"/>
          <p:cNvSpPr/>
          <p:nvPr/>
        </p:nvSpPr>
        <p:spPr>
          <a:xfrm>
            <a:off x="9235440" y="173736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u prochain succès icône" descr="Au prochain succè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507" y="204642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prochain succès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Partage-le et demande comment le dupliquer.</a:t>
            </a:r>
            <a:endParaRPr lang="en-US" sz="2100" dirty="0"/>
          </a:p>
        </p:txBody>
      </p:sp>
      <p:sp>
        <p:nvSpPr>
          <p:cNvPr id="18" name="Message final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5166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Consulter, ce n'est pas être faible. C'est choisir d'aller vite.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2296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er son leader">
  <a:themeElements>
    <a:clrScheme name="Consulter son leader">
      <a:dk1>
        <a:srgbClr val="1E1E2E"/>
      </a:dk1>
      <a:lt1>
        <a:srgbClr val="FFFFFF"/>
      </a:lt1>
      <a:dk2>
        <a:srgbClr val="1F1B4D"/>
      </a:dk2>
      <a:lt2>
        <a:srgbClr val="EEEDF8"/>
      </a:lt2>
      <a:accent1>
        <a:srgbClr val="E8B13A"/>
      </a:accent1>
      <a:accent2>
        <a:srgbClr val="E4572E"/>
      </a:accent2>
      <a:accent3>
        <a:srgbClr val="2A9D8F"/>
      </a:accent3>
      <a:accent4>
        <a:srgbClr val="8E86D9"/>
      </a:accent4>
      <a:accent5>
        <a:srgbClr val="4A3FB0"/>
      </a:accent5>
      <a:accent6>
        <a:srgbClr val="5A5873"/>
      </a:accent6>
      <a:hlink>
        <a:srgbClr val="4A3FB0"/>
      </a:hlink>
      <a:folHlink>
        <a:srgbClr val="8E86D9"/>
      </a:folHlink>
    </a:clrScheme>
    <a:fontScheme name="Consulter son lead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Consulter son leader : la clé de la vitesse dans Dynace Global</dc:title>
  <dc:subject>PptxGenJS Presentation</dc:subject>
  <dc:creator>dylane1998</dc:creator>
  <cp:lastModifiedBy>dylane1998</cp:lastModifiedBy>
  <cp:revision>1</cp:revision>
  <dcterms:created xsi:type="dcterms:W3CDTF">2026-10-03T11:02:05Z</dcterms:created>
  <dcterms:modified xsi:type="dcterms:W3CDTF">2026-10-03T11:02:05Z</dcterms:modified>
</cp:coreProperties>
</file>